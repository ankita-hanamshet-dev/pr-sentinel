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One line: PR Sentinel reviews pull requests using a team of specialist AI agents, orchestrated as GitHub Actions jobs. Everything you'll see runs on a free personal GitHub account with one API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gap: humans are contextual but slow and inconsistent; linters are fast but have no idea what the code is trying to do. We want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things that distinguish this from a wrapper around a linter. Grounding and the trust boundary are the two to dwell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Guardrail layer: it sits between the agents and both the model and the outside world. That placement is deliberate.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artifact-based collaboration: hidden coordination cannot be debugged or audited. Every handoff leaves evidence a reviewer can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architecture point. GitHub gives fork PRs a read-only token and no secrets, precisely because PR content is attacker-controlled. Rather than fight that, we made it the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Job-level fan-out costs about 40 seconds of runner setup per agent. Worth it: isolation, per-agent logs, and the graph is legible to anyone opening the Actions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decoys matter. Any reviewer can score high recall by flagging everything. Decoys are how we measure whether it knows when to stay quiet.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Dwell here. This is the answer to 'how do you stop it making things up'. In the live demo, open the run trace and show N findings generated, M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proves two of these live: push a commit with an injection attempt and a fake AWS key, and show both handled.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precise: the $0.22 is a modelled estimate at standard pricing, not a measurement. The instrumentation to report real USD per run is built and will fill this slide after the first live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the workflow_run pattern's risk: yes, untrusted content is processed in a job holding the key. That is why the key is step-scoped, masked, and why model output is never interpolated into a shell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 rather than letting someone find it. Distinguishing 'the pipeline works' from 'the model is accurate' is the mark of a real evaluation, and it is a question panels always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soften the PENDING rows. A panel trusts a status table with honest gaps far more than one that is uniformly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4 and 6 are the ones people remember. Rehearse those two until they are smooth.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 1 is worth leading with. A provider dying mid-build is exactly the scenario the configurability requirement exists for, and we can show it actually paid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adoption path matters as much as the technology. A reviewer that blocks merges before it has earned trust gets switched off in a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limitations before being asked changes the tenor of the Q&amp;A. It signals you know where the edges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grounding. It is the one thing that separates this from every other LLM code review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TCS GENAI LAB  ·  CA-TEAM3  ·  AUGUST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Sentinel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AI code reviewer that lives inside GitHub Actions —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evidence-grounded, cost-governed, and dogfooded on its own pull requests.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875995" cy="237744"/>
          </a:xfrm>
          <a:prstGeom prst="roundRect">
            <a:avLst>
              <a:gd name="adj" fmla="val 4615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977640"/>
            <a:ext cx="8759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45259" y="3977640"/>
            <a:ext cx="1325880" cy="237744"/>
          </a:xfrm>
          <a:prstGeom prst="roundRect">
            <a:avLst>
              <a:gd name="adj" fmla="val 4615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45259" y="397764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Sonnet 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17443" y="3977640"/>
            <a:ext cx="1250899" cy="237744"/>
          </a:xfrm>
          <a:prstGeom prst="roundRect">
            <a:avLst>
              <a:gd name="adj" fmla="val 4615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7443" y="3977640"/>
            <a:ext cx="12508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14646" y="3977640"/>
            <a:ext cx="1025957" cy="237744"/>
          </a:xfrm>
          <a:prstGeom prst="roundRect">
            <a:avLst>
              <a:gd name="adj" fmla="val 4615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4646" y="3977640"/>
            <a:ext cx="102595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86907" y="3977640"/>
            <a:ext cx="801014" cy="237744"/>
          </a:xfrm>
          <a:prstGeom prst="roundRect">
            <a:avLst>
              <a:gd name="adj" fmla="val 4615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86907" y="3977640"/>
            <a:ext cx="8010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Agents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4709160"/>
            <a:ext cx="2926080" cy="0"/>
          </a:xfrm>
          <a:prstGeom prst="line">
            <a:avLst/>
          </a:prstGeom>
          <a:noFill/>
          <a:ln w="25400">
            <a:solidFill>
              <a:srgbClr val="1A7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Development Code Review and Suggestion Agent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is slow and inconsistent; static analysis is fast and context-blind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2240280"/>
          </a:xfrm>
          <a:prstGeom prst="roundRect">
            <a:avLst>
              <a:gd name="adj" fmla="val 2449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214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hrs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68680" y="299923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developer time spent on manual review each week — time not spent building.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874520"/>
            <a:ext cx="3520440" cy="2240280"/>
          </a:xfrm>
          <a:prstGeom prst="roundRect">
            <a:avLst>
              <a:gd name="adj" fmla="val 2449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21214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FP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636008" y="299923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analysers flag patterns, not intent. Reviewers learn to ignore them.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83296" y="1874520"/>
            <a:ext cx="3520440" cy="2240280"/>
          </a:xfrm>
          <a:prstGeom prst="roundRect">
            <a:avLst>
              <a:gd name="adj" fmla="val 2449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03336" y="21214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403336" y="299923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Injection, insecure deserialization and path traversal routinely reach main.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0927080" cy="1600200"/>
          </a:xfrm>
          <a:prstGeom prst="roundRect">
            <a:avLst>
              <a:gd name="adj" fmla="val 3429"/>
            </a:avLst>
          </a:prstGeom>
          <a:solidFill>
            <a:srgbClr val="0D1117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7731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goal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10235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Contextual, evidence-backed review on every pull request — delivered where the developer already works, cheap enough to run on all of them, and honest enough to be trusted.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specialist agents, two workflows, one trust boundary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488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20939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specialist agents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253288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Bug, Security, Style, Improvement, Critic, Fixer — each a separate role with its own prompt, temperature and scope.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9088" y="21488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9712" y="20939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findings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37376" y="253288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must quote the code verbatim. Anything the system cannot verify against the diff is deleted before it is posted.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41148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40599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the trust boundary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" y="449884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PR content is read in a workflow with no secrets and no write access. Inference and posting happen behind that line.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384048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41148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9A6700"/>
          </a:solidFill>
          <a:ln w="12700">
            <a:solidFill>
              <a:srgbClr val="9A6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40599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Cost-governed by design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37376" y="449884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triage, content-hash caching and a hard USD ceiling per run. Cents per pull request, no external infrastructure.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339 automated tests  ·  12-case golden evaluation suite  ·  30+ languages  ·  runs on a free personal GitHub account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layers, each swappable behind an interface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927080" cy="530352"/>
          </a:xfrm>
          <a:prstGeom prst="roundRect">
            <a:avLst>
              <a:gd name="adj" fmla="val 1034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202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88366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188366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inline comments · sticky summary · Check Runs · slash commands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10927080" cy="530352"/>
          </a:xfrm>
          <a:prstGeom prst="roundRect">
            <a:avLst>
              <a:gd name="adj" fmla="val 1034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54203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5054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250545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workflows (macro) + LangGraph (micro)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026664"/>
            <a:ext cx="10927080" cy="530352"/>
          </a:xfrm>
          <a:prstGeom prst="roundRect">
            <a:avLst>
              <a:gd name="adj" fmla="val 1034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16382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1272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reasoning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312724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 · prompts/*.prompt.yml, externalised and versioned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648456"/>
            <a:ext cx="10927080" cy="530352"/>
          </a:xfrm>
          <a:prstGeom prst="roundRect">
            <a:avLst>
              <a:gd name="adj" fmla="val 1034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78561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37490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0" y="374904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· injection defence · policy allowlist · audit log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270248"/>
            <a:ext cx="10927080" cy="530352"/>
          </a:xfrm>
          <a:prstGeom prst="roundRect">
            <a:avLst>
              <a:gd name="adj" fmla="val 1034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4074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9A6700"/>
          </a:solidFill>
          <a:ln w="12700">
            <a:solidFill>
              <a:srgbClr val="9A6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43708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437083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conventions corpus + BM25 retrieval · rule taxonomies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10927080" cy="530352"/>
          </a:xfrm>
          <a:prstGeom prst="roundRect">
            <a:avLst>
              <a:gd name="adj" fmla="val 1034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502920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5568" y="49926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40480" y="499262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REST · Anthropic API · bandit &amp; pip-audit scanners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513832"/>
            <a:ext cx="10927080" cy="530352"/>
          </a:xfrm>
          <a:prstGeom prst="roundRect">
            <a:avLst>
              <a:gd name="adj" fmla="val 1034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565099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656D76"/>
          </a:solidFill>
          <a:ln w="12700">
            <a:solidFill>
              <a:srgbClr val="656D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5568" y="56144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40480" y="561441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cache.sqlite · history.sqlite · run artifacts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the layering holds: the LLM provider is a Protocol with five implementations — swapping providers is a config change, not a rewrite.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team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temperatures and scope — collaboration is artifact-based, not chat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93008" cy="1874520"/>
          </a:xfrm>
          <a:prstGeom prst="roundRect">
            <a:avLst>
              <a:gd name="adj" fmla="val 2927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487168"/>
            <a:ext cx="875995" cy="237744"/>
          </a:xfrm>
          <a:prstGeom prst="roundRect">
            <a:avLst>
              <a:gd name="adj" fmla="val 4615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87168"/>
            <a:ext cx="8759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heuristic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8529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every changed file by risk and decides which specialists run. Deterministic and free.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9392" y="1828800"/>
            <a:ext cx="3493008" cy="1874520"/>
          </a:xfrm>
          <a:prstGeom prst="roundRect">
            <a:avLst>
              <a:gd name="adj" fmla="val 2927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53712" y="2487168"/>
            <a:ext cx="801014" cy="237744"/>
          </a:xfrm>
          <a:prstGeom prst="roundRect">
            <a:avLst>
              <a:gd name="adj" fmla="val 4615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2487168"/>
            <a:ext cx="8010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0.1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53712" y="28529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dereference, off-by-one, resource leaks, mutable defaults, races, inverted logic.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10144" y="1828800"/>
            <a:ext cx="3493008" cy="1874520"/>
          </a:xfrm>
          <a:prstGeom prst="roundRect">
            <a:avLst>
              <a:gd name="adj" fmla="val 2927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84464" y="2487168"/>
            <a:ext cx="801014" cy="237744"/>
          </a:xfrm>
          <a:prstGeom prst="roundRect">
            <a:avLst>
              <a:gd name="adj" fmla="val 4615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2487168"/>
            <a:ext cx="8010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0.0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84464" y="28529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Top-10, CWE-mapped. Runs on every changed file — never skipped by triage.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3493008" cy="1874520"/>
          </a:xfrm>
          <a:prstGeom prst="roundRect">
            <a:avLst>
              <a:gd name="adj" fmla="val 2927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1513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2960" y="4608576"/>
            <a:ext cx="801014" cy="237744"/>
          </a:xfrm>
          <a:prstGeom prst="roundRect">
            <a:avLst>
              <a:gd name="adj" fmla="val 4615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608576"/>
            <a:ext cx="8010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0.1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497433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Language-idiomatic rules, deferring to the team's own past review comments.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79392" y="3950208"/>
            <a:ext cx="3493008" cy="1874520"/>
          </a:xfrm>
          <a:prstGeom prst="roundRect">
            <a:avLst>
              <a:gd name="adj" fmla="val 2927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3712" y="41513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53712" y="4608576"/>
            <a:ext cx="801014" cy="237744"/>
          </a:xfrm>
          <a:prstGeom prst="roundRect">
            <a:avLst>
              <a:gd name="adj" fmla="val 4615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3712" y="4608576"/>
            <a:ext cx="8010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0.2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53712" y="497433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idioms and missing test coverage. High-risk files only, to control spend.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10144" y="3950208"/>
            <a:ext cx="3493008" cy="1874520"/>
          </a:xfrm>
          <a:prstGeom prst="roundRect">
            <a:avLst>
              <a:gd name="adj" fmla="val 2927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84464" y="41513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284464" y="4608576"/>
            <a:ext cx="801014" cy="237744"/>
          </a:xfrm>
          <a:prstGeom prst="roundRect">
            <a:avLst>
              <a:gd name="adj" fmla="val 4615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84464" y="4608576"/>
            <a:ext cx="8010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0.0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84464" y="497433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merged finding set and deletes false positives, with a logged reason.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Handoffs are JSON artifacts, not direct agent-to-agent messages — so every handoff is inspectable in the Actions UI.  A seventh agent, Fixer, proposes patches as GitHub suggestions (opt-in, never auto-applied).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Orchestration: the trust boundary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pull requests receive no secrets — so reading untrusted input and acting on it are separated by a workflow boundary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3246120"/>
          </a:xfrm>
          <a:prstGeom prst="roundRect">
            <a:avLst>
              <a:gd name="adj" fmla="val 169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057400"/>
            <a:ext cx="950976" cy="237744"/>
          </a:xfrm>
          <a:prstGeom prst="roundRect">
            <a:avLst>
              <a:gd name="adj" fmla="val 46154"/>
            </a:avLst>
          </a:prstGeom>
          <a:solidFill>
            <a:srgbClr val="656D76"/>
          </a:solidFill>
          <a:ln w="12700">
            <a:solidFill>
              <a:srgbClr val="656D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57400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 Analyze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1248" y="27797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pull_request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3127248"/>
            <a:ext cx="4754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permissions: contents: read</a:t>
            </a:r>
            <a:endParaRPr lang="en-US" sz="1250" dirty="0"/>
          </a:p>
          <a:p>
            <a:pPr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available</a:t>
            </a:r>
            <a:endParaRPr lang="en-US" sz="1250" dirty="0"/>
          </a:p>
          <a:p>
            <a:pPr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calls at all</a:t>
            </a:r>
            <a:endParaRPr lang="en-US" sz="1250" dirty="0"/>
          </a:p>
          <a:p>
            <a:pPr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write access to anything</a:t>
            </a:r>
            <a:endParaRPr lang="en-US" sz="1250" dirty="0"/>
          </a:p>
          <a:p>
            <a:pPr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triage → context artifact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5349240" cy="3246120"/>
          </a:xfrm>
          <a:prstGeom prst="roundRect">
            <a:avLst>
              <a:gd name="adj" fmla="val 169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2057400"/>
            <a:ext cx="950976" cy="237744"/>
          </a:xfrm>
          <a:prstGeom prst="roundRect">
            <a:avLst>
              <a:gd name="adj" fmla="val 46154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057400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23957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 Publish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19088" y="27797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workflow_run [completed]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19088" y="3127248"/>
            <a:ext cx="4754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base-repo context — has the key</a:t>
            </a:r>
            <a:endParaRPr lang="en-US" sz="1250" dirty="0"/>
          </a:p>
          <a:p>
            <a:pPr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checks out PR head code</a:t>
            </a:r>
            <a:endParaRPr lang="en-US" sz="1250" dirty="0"/>
          </a:p>
          <a:p>
            <a:pPr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inference happens here</a:t>
            </a:r>
            <a:endParaRPr lang="en-US" sz="1250" dirty="0"/>
          </a:p>
          <a:p>
            <a:pPr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review, summary, Check Run</a:t>
            </a:r>
            <a:endParaRPr lang="en-US" sz="1250" dirty="0"/>
          </a:p>
          <a:p>
            <a:pPr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pr_number read from artifact, not branch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25312" y="3246120"/>
            <a:ext cx="310896" cy="329184"/>
          </a:xfrm>
          <a:prstGeom prst="rightArrow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285232"/>
            <a:ext cx="10927080" cy="841248"/>
          </a:xfrm>
          <a:prstGeom prst="roundRect">
            <a:avLst>
              <a:gd name="adj" fmla="val 6522"/>
            </a:avLst>
          </a:prstGeom>
          <a:solidFill>
            <a:srgbClr val="0D1117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46811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between reading untrusted input and acting on it is a workflow boundary — not a code comment.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and fan-in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specialists run as genuinely parallel Actions jobs — orchestration is visible in GitHub, not hidden in a process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check-start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063240" y="1920240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21396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920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agent-bug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63240" y="2761488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298094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7614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agent-security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63240" y="3602736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382219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360273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agent-style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063240" y="4443984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466344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444398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agent-improvement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66560" y="2761488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76148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464040" y="2761488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4040" y="276148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377440" y="2263140"/>
            <a:ext cx="365760" cy="0"/>
          </a:xfrm>
          <a:prstGeom prst="line">
            <a:avLst/>
          </a:prstGeom>
          <a:noFill/>
          <a:ln w="19050">
            <a:solidFill>
              <a:srgbClr val="656D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2263140"/>
            <a:ext cx="0" cy="2523744"/>
          </a:xfrm>
          <a:prstGeom prst="line">
            <a:avLst/>
          </a:prstGeom>
          <a:noFill/>
          <a:ln w="19050">
            <a:solidFill>
              <a:srgbClr val="656D7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2263140"/>
            <a:ext cx="320040" cy="0"/>
          </a:xfrm>
          <a:prstGeom prst="line">
            <a:avLst/>
          </a:prstGeom>
          <a:noFill/>
          <a:ln w="19050">
            <a:solidFill>
              <a:srgbClr val="656D7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3104388"/>
            <a:ext cx="320040" cy="0"/>
          </a:xfrm>
          <a:prstGeom prst="line">
            <a:avLst/>
          </a:prstGeom>
          <a:noFill/>
          <a:ln w="19050">
            <a:solidFill>
              <a:srgbClr val="656D7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3945636"/>
            <a:ext cx="320040" cy="0"/>
          </a:xfrm>
          <a:prstGeom prst="line">
            <a:avLst/>
          </a:prstGeom>
          <a:noFill/>
          <a:ln w="19050">
            <a:solidFill>
              <a:srgbClr val="656D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0" y="4786884"/>
            <a:ext cx="320040" cy="0"/>
          </a:xfrm>
          <a:prstGeom prst="line">
            <a:avLst/>
          </a:prstGeom>
          <a:noFill/>
          <a:ln w="19050">
            <a:solidFill>
              <a:srgbClr val="656D7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2263140"/>
            <a:ext cx="320040" cy="0"/>
          </a:xfrm>
          <a:prstGeom prst="line">
            <a:avLst/>
          </a:prstGeom>
          <a:noFill/>
          <a:ln w="19050">
            <a:solidFill>
              <a:srgbClr val="656D7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3104388"/>
            <a:ext cx="320040" cy="0"/>
          </a:xfrm>
          <a:prstGeom prst="line">
            <a:avLst/>
          </a:prstGeom>
          <a:noFill/>
          <a:ln w="19050">
            <a:solidFill>
              <a:srgbClr val="656D7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3945636"/>
            <a:ext cx="320040" cy="0"/>
          </a:xfrm>
          <a:prstGeom prst="line">
            <a:avLst/>
          </a:prstGeom>
          <a:noFill/>
          <a:ln w="19050">
            <a:solidFill>
              <a:srgbClr val="656D7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4786884"/>
            <a:ext cx="320040" cy="0"/>
          </a:xfrm>
          <a:prstGeom prst="line">
            <a:avLst/>
          </a:prstGeom>
          <a:noFill/>
          <a:ln w="19050">
            <a:solidFill>
              <a:srgbClr val="656D7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263140"/>
            <a:ext cx="0" cy="2523744"/>
          </a:xfrm>
          <a:prstGeom prst="line">
            <a:avLst/>
          </a:prstGeom>
          <a:noFill/>
          <a:ln w="19050">
            <a:solidFill>
              <a:srgbClr val="656D7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2967228"/>
            <a:ext cx="329184" cy="274320"/>
          </a:xfrm>
          <a:prstGeom prst="rightArrow">
            <a:avLst/>
          </a:prstGeom>
          <a:solidFill>
            <a:srgbClr val="656D76"/>
          </a:solidFill>
          <a:ln w="12700">
            <a:solidFill>
              <a:srgbClr val="656D7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2967228"/>
            <a:ext cx="411480" cy="274320"/>
          </a:xfrm>
          <a:prstGeom prst="rightArrow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4864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fan-out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44768" y="4864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fan-in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6928" y="5486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[all four] with if: always() — one crashing specialist cannot sink the review; its failure is recorded in agent_errors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keyed on head repository + branch, because workflow_run carries an empty pull_requests[] on fork-originated runs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in-progress Check Run is created first, since workflow_run jobs never appear in the pull request's own checks list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signals, careful preprocessing, no external infrastructure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93008" cy="3200400"/>
          </a:xfrm>
          <a:prstGeom prst="roundRect">
            <a:avLst>
              <a:gd name="adj" fmla="val 171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8483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diff and metadata</a:t>
            </a:r>
            <a:endParaRPr lang="en-US" sz="1150" dirty="0"/>
          </a:p>
          <a:p>
            <a:pPr marL="342900" indent="-342900">
              <a:lnSpc>
                <a:spcPts val="18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check results — so an agent can say which test your change broke</a:t>
            </a:r>
            <a:endParaRPr lang="en-US" sz="1150" dirty="0"/>
          </a:p>
          <a:p>
            <a:pPr marL="342900" indent="-342900">
              <a:lnSpc>
                <a:spcPts val="18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 of the team's own past review comments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828800"/>
            <a:ext cx="3493008" cy="3200400"/>
          </a:xfrm>
          <a:prstGeom prst="roundRect">
            <a:avLst>
              <a:gd name="adj" fmla="val 171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208483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53712" y="2542032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diff parsed to hunks with true post-image line numbers</a:t>
            </a:r>
            <a:endParaRPr lang="en-US" sz="1150" dirty="0"/>
          </a:p>
          <a:p>
            <a:pPr marL="342900" indent="-342900">
              <a:lnSpc>
                <a:spcPts val="18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language detection across 30+ languages</a:t>
            </a:r>
            <a:endParaRPr lang="en-US" sz="1150" dirty="0"/>
          </a:p>
          <a:p>
            <a:pPr marL="342900" indent="-342900">
              <a:lnSpc>
                <a:spcPts val="18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Token-budgeted chunking that never splits a hunk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10144" y="1828800"/>
            <a:ext cx="3493008" cy="3200400"/>
          </a:xfrm>
          <a:prstGeom prst="roundRect">
            <a:avLst>
              <a:gd name="adj" fmla="val 171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4464" y="208483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privacy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84464" y="2542032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response cache and review history — no external database</a:t>
            </a:r>
            <a:endParaRPr lang="en-US" sz="1150" dirty="0"/>
          </a:p>
          <a:p>
            <a:pPr marL="342900" indent="-342900">
              <a:lnSpc>
                <a:spcPts val="18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retrieval over team conventions, no vector store</a:t>
            </a:r>
            <a:endParaRPr lang="en-US" sz="1150" dirty="0"/>
          </a:p>
          <a:p>
            <a:pPr marL="342900" indent="-342900">
              <a:lnSpc>
                <a:spcPts val="18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redacted before any payload leaves the process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230368"/>
            <a:ext cx="10927080" cy="9144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39496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data is fully synthetic: 12 golden pull requests with planted defects — plus decoys, correct-looking code a naive reviewer would wrongly flag, so precision is measured as rigorously as recall.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Grounding: the hallucination filter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must quote the code verbatim. Anything the system cannot verify is deleted before a human ever sees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0927080" cy="777240"/>
          </a:xfrm>
          <a:prstGeom prst="roundRect">
            <a:avLst>
              <a:gd name="adj" fmla="val 705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093976"/>
            <a:ext cx="347472" cy="347472"/>
          </a:xfrm>
          <a:prstGeom prst="ellipse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93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87452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evidence_quote must appear, byte-for-byte, inside the hunk the finding claims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10927080" cy="777240"/>
          </a:xfrm>
          <a:prstGeom prst="roundRect">
            <a:avLst>
              <a:gd name="adj" fmla="val 705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026664"/>
            <a:ext cx="347472" cy="347472"/>
          </a:xfrm>
          <a:prstGeom prst="ellipse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80720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range must fall inside a line this pull request actually changed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39896"/>
            <a:ext cx="10927080" cy="777240"/>
          </a:xfrm>
          <a:prstGeom prst="roundRect">
            <a:avLst>
              <a:gd name="adj" fmla="val 705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959352"/>
            <a:ext cx="347472" cy="347472"/>
          </a:xfrm>
          <a:prstGeom prst="ellipse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73989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rule_id must match a known taxonomy — CWE, OWASP, PEP 8 or our own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66928" y="48280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any one → the finding is dropped, counted in grounding_rejects, and reported in the run metrics. Never posted.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285232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161B22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4315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are separated from assumptions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57241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code observably does, versus what the author probably intended.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5285232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161B22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54315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findings are demoted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19088" y="57241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 0.55 floor they collapse into a summary section rather than an inline comment.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guardrails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code with an audit trail — not described in a policy document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6654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0116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redaction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tokens, PEM blocks and connection strings are stripped before any payload leaves the process — and the hit is itself reported as a CWE-798 finding.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06654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9A6700"/>
          </a:solidFill>
          <a:ln w="12700">
            <a:solidFill>
              <a:srgbClr val="9A6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0116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19088" y="2395728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content is wrapped as untrusted data, never instruction. Injection attempts are detected, neutralised, and raised as a finding in their own right.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5478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4930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boundaries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" y="3877056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enforced allowlist, not a docstring. The bot cannot push, force-push, merge, approve its own review, or touch workflow files.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3310128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5478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4930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and tone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19088" y="3877056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critique code, never authors. Style findings must cite a named rule. Nit-level comments are capped at five per pull request.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791456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02920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9743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1248" y="535838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comment carries fact, impact, recommendation, rule reference, confidence, and which agent produced it.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4791456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502920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56D76"/>
          </a:solidFill>
          <a:ln w="12700">
            <a:solidFill>
              <a:srgbClr val="656D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49743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19088" y="535838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audit.jsonl records every privileged action and every policy refusal, with a reason.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and cost control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tokens only where risk 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3749040"/>
          </a:xfrm>
          <a:prstGeom prst="roundRect">
            <a:avLst>
              <a:gd name="adj" fmla="val 146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spend is controlled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450592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triage decides which specialists run on which files — deterministic, free, and it escalates to the model only when genuinely uncertain</a:t>
            </a:r>
            <a:endParaRPr lang="en-US" sz="1250" dirty="0"/>
          </a:p>
          <a:p>
            <a:pPr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Content-hash response cache: a re-push touching one file does not re-pay for the rest</a:t>
            </a:r>
            <a:endParaRPr lang="en-US" sz="1250" dirty="0"/>
          </a:p>
          <a:p>
            <a:pPr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Intra-job prompt caching on the sequential analysis and reflection calls</a:t>
            </a:r>
            <a:endParaRPr lang="en-US" sz="1250" dirty="0"/>
          </a:p>
          <a:p>
            <a:pPr marL="342900" indent="-342900">
              <a:lnSpc>
                <a:spcPts val="19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USD ceiling per run, enforced by the budget governor before each call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5349240" cy="3749040"/>
          </a:xfrm>
          <a:prstGeom prst="roundRect">
            <a:avLst>
              <a:gd name="adj" fmla="val 1463"/>
            </a:avLst>
          </a:prstGeom>
          <a:solidFill>
            <a:srgbClr val="0D1117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per pull request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19088" y="24871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~$0.22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419088" y="3218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cold 200-line review — 8 model calls at standard Sonnet rates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19088" y="3703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~$0.05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419088" y="4434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re-push touching one file — roughly 8 calls drop to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19088" y="4956048"/>
            <a:ext cx="2900477" cy="237744"/>
          </a:xfrm>
          <a:prstGeom prst="roundRect">
            <a:avLst>
              <a:gd name="adj" fmla="val 46154"/>
            </a:avLst>
          </a:prstGeom>
          <a:solidFill>
            <a:srgbClr val="9A6700"/>
          </a:solidFill>
          <a:ln w="12700">
            <a:solidFill>
              <a:srgbClr val="9A6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4956048"/>
            <a:ext cx="29004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FIGURES PENDING FIRST GREEN RUN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dominant cost lever is the content-hash cache, not the vendor's prompt caching — architecture we designed, not a feature we enabled.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governance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at every level, and evidence of what the agent did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927080" cy="621792"/>
          </a:xfrm>
          <a:prstGeom prst="roundRect">
            <a:avLst>
              <a:gd name="adj" fmla="val 882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01168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9568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permissions on every job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212080" y="195681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workflow relies on defaults. The analyze workflow has no write permission of any kind.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0927080" cy="621792"/>
          </a:xfrm>
          <a:prstGeom prst="roundRect">
            <a:avLst>
              <a:gd name="adj" fmla="val 882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74320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6883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key is step-scoped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12080" y="268833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only in the environment of the steps that call the model — not job-wide, and masked in logs.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0927080" cy="621792"/>
          </a:xfrm>
          <a:prstGeom prst="roundRect">
            <a:avLst>
              <a:gd name="adj" fmla="val 882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47472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4198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pinned to commit SHAs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212080" y="34198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tag references, with Dependabot watching both actions and Python dependencies.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10927080" cy="621792"/>
          </a:xfrm>
          <a:prstGeom prst="roundRect">
            <a:avLst>
              <a:gd name="adj" fmla="val 882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2062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41513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repository write access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12080" y="415137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 proposes GitHub suggestions. A human clicks Apply. It cannot merge, push, or approve.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10927080" cy="621792"/>
          </a:xfrm>
          <a:prstGeom prst="roundRect">
            <a:avLst>
              <a:gd name="adj" fmla="val 882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49377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48828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trail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212080" y="488289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comment posted, Check Run conclusion, policy refusal and budget denial, each with a reason.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0927080" cy="621792"/>
          </a:xfrm>
          <a:prstGeom prst="roundRect">
            <a:avLst>
              <a:gd name="adj" fmla="val 882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566928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0432" y="56144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 monitoring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212080" y="561441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for injection attempts, policy refusals and unauthorised command attempts, surfaced in the nightly report.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evaluate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what has been measured from what has not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048256"/>
            <a:ext cx="801014" cy="237744"/>
          </a:xfrm>
          <a:prstGeom prst="roundRect">
            <a:avLst>
              <a:gd name="adj" fmla="val 46154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48256"/>
            <a:ext cx="8010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correctness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2816352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339 automated tests, all deterministic — zero model calls in CI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parser verified against git apply's own output, not against tests we wrote alongside it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Grounding, dedup, scoring, cost accounting and threshold gating all exercised end to end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2048256"/>
            <a:ext cx="1400861" cy="237744"/>
          </a:xfrm>
          <a:prstGeom prst="roundRect">
            <a:avLst>
              <a:gd name="adj" fmla="val 46154"/>
            </a:avLst>
          </a:prstGeom>
          <a:solidFill>
            <a:srgbClr val="9A6700"/>
          </a:solidFill>
          <a:ln w="12700">
            <a:solidFill>
              <a:srgbClr val="9A6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2048256"/>
            <a:ext cx="14008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YET MEASURED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2395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model quality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19088" y="2816352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suite currently replays authored reference recordings, so its recall and precision reflect the harness — not the model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these to real measurements needs one live recording run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fork pull request path is proven by static audit, not yet by a live run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138928"/>
            <a:ext cx="10927080" cy="1005840"/>
          </a:xfrm>
          <a:prstGeom prst="roundRect">
            <a:avLst>
              <a:gd name="adj" fmla="val 5455"/>
            </a:avLst>
          </a:prstGeom>
          <a:solidFill>
            <a:srgbClr val="0D1117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34924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reporting this distinction rather than presenting harness output as model performance. The gap is one live run wide, and the instrumentation to close it is already built.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 of the build cut — replace pending rows after the first live run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4068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/ basis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41832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10927080" cy="420624"/>
          </a:xfrm>
          <a:prstGeom prst="roundRect">
            <a:avLst>
              <a:gd name="adj" fmla="val 1304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2140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parser line fidelity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40680" y="212140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mismatches vs git apply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418320" y="2212848"/>
            <a:ext cx="801014" cy="237744"/>
          </a:xfrm>
          <a:prstGeom prst="roundRect">
            <a:avLst>
              <a:gd name="adj" fmla="val 46154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0" y="2212848"/>
            <a:ext cx="8010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624328"/>
            <a:ext cx="10927080" cy="420624"/>
          </a:xfrm>
          <a:prstGeom prst="roundRect">
            <a:avLst>
              <a:gd name="adj" fmla="val 1304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2432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orchestration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40680" y="262432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→ Security ordering proven live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18320" y="2715768"/>
            <a:ext cx="801014" cy="237744"/>
          </a:xfrm>
          <a:prstGeom prst="roundRect">
            <a:avLst>
              <a:gd name="adj" fmla="val 46154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2715768"/>
            <a:ext cx="8010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127248"/>
            <a:ext cx="10927080" cy="420624"/>
          </a:xfrm>
          <a:prstGeom prst="roundRect">
            <a:avLst>
              <a:gd name="adj" fmla="val 1304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12724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40680" y="312724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339 tests, deterministic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418320" y="3218688"/>
            <a:ext cx="801014" cy="237744"/>
          </a:xfrm>
          <a:prstGeom prst="roundRect">
            <a:avLst>
              <a:gd name="adj" fmla="val 46154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0" y="3218688"/>
            <a:ext cx="8010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630168"/>
            <a:ext cx="10927080" cy="420624"/>
          </a:xfrm>
          <a:prstGeom prst="roundRect">
            <a:avLst>
              <a:gd name="adj" fmla="val 1304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63016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metrics gate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40680" y="36301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· dedup · scoring · cost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418320" y="3721608"/>
            <a:ext cx="1250899" cy="237744"/>
          </a:xfrm>
          <a:prstGeom prst="roundRect">
            <a:avLst>
              <a:gd name="adj" fmla="val 46154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0" y="3721608"/>
            <a:ext cx="12508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(offline)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133088"/>
            <a:ext cx="10927080" cy="420624"/>
          </a:xfrm>
          <a:prstGeom prst="roundRect">
            <a:avLst>
              <a:gd name="adj" fmla="val 1304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13308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recall (critical + high)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40680" y="41330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 0.90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418320" y="4224528"/>
            <a:ext cx="726034" cy="237744"/>
          </a:xfrm>
          <a:prstGeom prst="roundRect">
            <a:avLst>
              <a:gd name="adj" fmla="val 46154"/>
            </a:avLst>
          </a:prstGeom>
          <a:solidFill>
            <a:srgbClr val="9A6700"/>
          </a:solidFill>
          <a:ln w="12700">
            <a:solidFill>
              <a:srgbClr val="9A67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0" y="4224528"/>
            <a:ext cx="7260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636008"/>
            <a:ext cx="10927080" cy="420624"/>
          </a:xfrm>
          <a:prstGeom prst="roundRect">
            <a:avLst>
              <a:gd name="adj" fmla="val 1304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63600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precision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40680" y="463600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 0.70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418320" y="4727448"/>
            <a:ext cx="726034" cy="237744"/>
          </a:xfrm>
          <a:prstGeom prst="roundRect">
            <a:avLst>
              <a:gd name="adj" fmla="val 46154"/>
            </a:avLst>
          </a:prstGeom>
          <a:solidFill>
            <a:srgbClr val="9A6700"/>
          </a:solidFill>
          <a:ln w="12700">
            <a:solidFill>
              <a:srgbClr val="9A67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18320" y="4727448"/>
            <a:ext cx="7260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5138928"/>
            <a:ext cx="10927080" cy="420624"/>
          </a:xfrm>
          <a:prstGeom prst="roundRect">
            <a:avLst>
              <a:gd name="adj" fmla="val 1304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13892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cost per pull request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40680" y="513892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≤ $0.25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418320" y="5230368"/>
            <a:ext cx="726034" cy="237744"/>
          </a:xfrm>
          <a:prstGeom prst="roundRect">
            <a:avLst>
              <a:gd name="adj" fmla="val 46154"/>
            </a:avLst>
          </a:prstGeom>
          <a:solidFill>
            <a:srgbClr val="9A6700"/>
          </a:solidFill>
          <a:ln w="12700">
            <a:solidFill>
              <a:srgbClr val="9A67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18320" y="5230368"/>
            <a:ext cx="7260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" y="5641848"/>
            <a:ext cx="10927080" cy="420624"/>
          </a:xfrm>
          <a:prstGeom prst="roundRect">
            <a:avLst>
              <a:gd name="adj" fmla="val 1304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564184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pull request path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440680" y="564184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posts from a fork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418320" y="5733288"/>
            <a:ext cx="726034" cy="237744"/>
          </a:xfrm>
          <a:prstGeom prst="roundRect">
            <a:avLst>
              <a:gd name="adj" fmla="val 46154"/>
            </a:avLst>
          </a:prstGeom>
          <a:solidFill>
            <a:srgbClr val="9A6700"/>
          </a:solidFill>
          <a:ln w="12700">
            <a:solidFill>
              <a:srgbClr val="9A67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18320" y="5733288"/>
            <a:ext cx="7260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'PENDING' row is blocked on one thing: setting the API key secret and letting a single pull request run end to end.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minutes, in this order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12264"/>
            <a:ext cx="384048" cy="38404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97510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pull request on the reviewer's own repository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3317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reviews its own code — dogfooding, not a toy target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82512" y="2112264"/>
            <a:ext cx="384048" cy="38404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03720" y="197510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Actions graph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03720" y="23317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parallel agent jobs converging on aggregate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44368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227832"/>
            <a:ext cx="384048" cy="38404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09067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one critical finding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4472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comment, verbatim evidence, CWE link, confidence, corroborated by bandit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944368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82512" y="3227832"/>
            <a:ext cx="384048" cy="38404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309067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run trace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34472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findings generated, M rejected by the grounding filter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059936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343400"/>
            <a:ext cx="384048" cy="38404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42062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suggestion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45628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gate — the bot cannot merge, push, or approve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4059936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82512" y="4343400"/>
            <a:ext cx="384048" cy="38404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03720" y="42062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on purpose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03720" y="45628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 injection attempt and a fake key; both are caught and reported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175504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5458968"/>
            <a:ext cx="384048" cy="38404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5458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25880" y="532180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economics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325880" y="567842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cost from the run summary, then re-push one file and watch it drop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5175504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82512" y="5458968"/>
            <a:ext cx="384048" cy="38404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82512" y="5458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03720" y="532180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the baseline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03720" y="567842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 through ruff and bandit alone: no context, no explanation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solved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 obstacles, and what each one forced us to change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927080" cy="969264"/>
          </a:xfrm>
          <a:prstGeom prst="roundRect">
            <a:avLst>
              <a:gd name="adj" fmla="val 566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21408"/>
            <a:ext cx="365760" cy="365760"/>
          </a:xfrm>
          <a:prstGeom prst="ellipse">
            <a:avLst/>
          </a:prstGeom>
          <a:solidFill>
            <a:srgbClr val="9A6700"/>
          </a:solidFill>
          <a:ln w="12700">
            <a:solidFill>
              <a:srgbClr val="9A6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3312" y="193852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provider was retired mid-build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53312" y="2231136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Models shut down on 30 July 2026, a week before this deck. Because the provider sits behind a Protocol, moving to the Anthropic API was a configuration change — not an architectural one. 'Avoid vendor lock-in' stopped being a slide and became the thing that saved the project.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10927080" cy="969264"/>
          </a:xfrm>
          <a:prstGeom prst="roundRect">
            <a:avLst>
              <a:gd name="adj" fmla="val 566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3236976"/>
            <a:ext cx="365760" cy="365760"/>
          </a:xfrm>
          <a:prstGeom prst="ellipse">
            <a:avLst/>
          </a:prstGeom>
          <a:solidFill>
            <a:srgbClr val="9A6700"/>
          </a:solidFill>
          <a:ln w="12700">
            <a:solidFill>
              <a:srgbClr val="9A6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30540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pull requests receive no secrets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53312" y="3346704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reach for pull_request_target — a well-known remote-code-execution pattern — we split the system into an untrusted-safe extraction workflow and a trusted inference workflow communicating through an artifact.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10927080" cy="969264"/>
          </a:xfrm>
          <a:prstGeom prst="roundRect">
            <a:avLst>
              <a:gd name="adj" fmla="val 566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352544"/>
            <a:ext cx="365760" cy="365760"/>
          </a:xfrm>
          <a:prstGeom prst="ellipse">
            <a:avLst/>
          </a:prstGeom>
          <a:solidFill>
            <a:srgbClr val="9A6700"/>
          </a:solidFill>
          <a:ln w="12700">
            <a:solidFill>
              <a:srgbClr val="9A6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16966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previous build scored every file 100/100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53312" y="4462272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except in each agent silently swallowed model errors, producing zero findings and a perfect score. Errors are now first-class state, the score is zero when all agents fail, and the linter rejects bare excepts at CI.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175504"/>
            <a:ext cx="10927080" cy="969264"/>
          </a:xfrm>
          <a:prstGeom prst="roundRect">
            <a:avLst>
              <a:gd name="adj" fmla="val 566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5468112"/>
            <a:ext cx="365760" cy="365760"/>
          </a:xfrm>
          <a:prstGeom prst="ellipse">
            <a:avLst/>
          </a:prstGeom>
          <a:solidFill>
            <a:srgbClr val="9A6700"/>
          </a:solidFill>
          <a:ln w="12700">
            <a:solidFill>
              <a:srgbClr val="9A6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5468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53312" y="52852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graph branches collided on shared state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53312" y="5577840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requires an explicit reducer for any state key written by more than one node. We moved the fan-out up to the Actions job level and kept the in-process graph linear.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and adoption path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costs, what it returns, and how a team starts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93008" cy="1600200"/>
          </a:xfrm>
          <a:prstGeom prst="roundRect">
            <a:avLst>
              <a:gd name="adj" fmla="val 3429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41248" y="267004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pull request at standard rates, with caching doing most of the work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9392" y="1828800"/>
            <a:ext cx="3493008" cy="1600200"/>
          </a:xfrm>
          <a:prstGeom prst="roundRect">
            <a:avLst>
              <a:gd name="adj" fmla="val 3429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0" y="267004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infrastructure — no database, no vector store, no server to run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10144" y="1828800"/>
            <a:ext cx="3493008" cy="1600200"/>
          </a:xfrm>
          <a:prstGeom prst="roundRect">
            <a:avLst>
              <a:gd name="adj" fmla="val 3429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302752" y="267004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to configure; everything else uses the repository's own token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49240" cy="2194560"/>
          </a:xfrm>
          <a:prstGeom prst="roundRect">
            <a:avLst>
              <a:gd name="adj" fmla="val 25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840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team gets back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" y="4261104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review time returned to feature work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coverage applied consistently, on every PR, not only the ones someone had time for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 developer can act on because each one cites the line it is about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657600"/>
            <a:ext cx="5349240" cy="2194560"/>
          </a:xfrm>
          <a:prstGeom prst="roundRect">
            <a:avLst>
              <a:gd name="adj" fmla="val 25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3840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path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9088" y="4261104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advisory — the check reports but never blocks a merge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team dismiss findings; dismissals persist and feed the conventions corpus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to a required check only once precision has earned it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what comes next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2529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6654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9A6700"/>
          </a:solidFill>
          <a:ln w="12700">
            <a:solidFill>
              <a:srgbClr val="9A6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0116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quality measurement yet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API key, run the golden suite against the real model, and the pending rows on the results slide become measurements.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06654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0116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is diff-only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19088" y="2395728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see a caller three files away. A tree-sitter symbol map is the next step — still with no vector database.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5478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4930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reporting incomplete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1248" y="3877056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read-only web dashboard and the nightly report command are scaffolded but not finished.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3310128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5478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4930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Fixer agent not yet wired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19088" y="3877056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generation exists as an agent but is not connected to a command or the slash-command surface.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791456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02920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9743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for every agent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41248" y="535838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model routing — a cheaper model for style, a stronger one for security — is a settings change away.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4791456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502920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656D76"/>
          </a:solidFill>
          <a:ln w="12700">
            <a:solidFill>
              <a:srgbClr val="656D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49743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around two to three minutes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19088" y="5358384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for an advisory check; a busy monorepo would want incremental review on each push.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SENTINEL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that shows its work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agents, orchestrated as GitHub Actions jobs. Every finding quotes the line it is about.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model cannot prove is deleted before a human sees it.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801014" cy="237744"/>
          </a:xfrm>
          <a:prstGeom prst="roundRect">
            <a:avLst>
              <a:gd name="adj" fmla="val 4615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023360"/>
            <a:ext cx="8010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70278" y="4023360"/>
            <a:ext cx="1175918" cy="237744"/>
          </a:xfrm>
          <a:prstGeom prst="roundRect">
            <a:avLst>
              <a:gd name="adj" fmla="val 4615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70278" y="4023360"/>
            <a:ext cx="11759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Cost-governed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92501" y="4023360"/>
            <a:ext cx="1325880" cy="237744"/>
          </a:xfrm>
          <a:prstGeom prst="roundRect">
            <a:avLst>
              <a:gd name="adj" fmla="val 4615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2501" y="402336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Least privilege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64685" y="4023360"/>
            <a:ext cx="875995" cy="237744"/>
          </a:xfrm>
          <a:prstGeom prst="roundRect">
            <a:avLst>
              <a:gd name="adj" fmla="val 4615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4685" y="4023360"/>
            <a:ext cx="8759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Auditable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TCS GenAI Lab  ·  CA-team3  ·  August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2026-08-06T17:26:03Z</dcterms:created>
  <dcterms:modified xsi:type="dcterms:W3CDTF">2026-08-06T17:26:03Z</dcterms:modified>
</cp:coreProperties>
</file>